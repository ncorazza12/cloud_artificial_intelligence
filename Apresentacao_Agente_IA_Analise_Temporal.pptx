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29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Artificial Intelligence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IA com Análise Temporal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de incidentes em nuvem: nova ferramenta, novos cenários, avaliação e portabilidade para o Gemini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D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601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251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ferramenta de análise temporal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74720" y="3566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D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7033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251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cenários de incidente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3566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D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4465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251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automática, com e sem a ferramenta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61120" y="3566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D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1897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251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 para o Gemini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Nickolas Corazza Alves  |  RM 562265  |  Prof. Fernando Nemec  |  02/10/2026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funcionava o agente original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669280" cy="3703320"/>
          </a:xfrm>
          <a:prstGeom prst="roundRect">
            <a:avLst>
              <a:gd name="adj" fmla="val 2963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ferramentas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consultar_metricas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buscar_logs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consultar_deploys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consultar_configuracao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consultar_custos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consultar_eventos_recentes</a:t>
            </a:r>
            <a:endParaRPr lang="en-US" sz="1700" dirty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analisar_serie_temporal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solicitar_rollback: só abre um pedido, a aprovação é humana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720840" y="1572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dep-442 às 13:58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que gerou o fallback recursivo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720840" y="28529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48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 (autoscaling)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402336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720840" y="4133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US$ 0,31 → 7,44 por hora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serviço: 24 vezes maior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via o estado atual, mas não tinha como responder: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momento a métrica realmente começou a mudar?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novo problema (cenário C)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10515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298448" y="340156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12:10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dep-451: refatoração. A memória começa a crescer (causa real)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27248" y="3401568"/>
            <a:ext cx="329184" cy="32918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423160" y="3931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15:25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dep-453: log em DEBUG (pista falsa)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56048" y="3401568"/>
            <a:ext cx="329184" cy="329184"/>
          </a:xfrm>
          <a:prstGeom prst="ellipse">
            <a:avLst/>
          </a:prstGeom>
          <a:solidFill>
            <a:srgbClr val="5B6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51960" y="192024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do catalog sobe (pausas de GC)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84848" y="3401568"/>
            <a:ext cx="329184" cy="329184"/>
          </a:xfrm>
          <a:prstGeom prst="ellipse">
            <a:avLst/>
          </a:prstGeom>
          <a:solidFill>
            <a:srgbClr val="5B6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080760" y="3931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15:40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começa a piorar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13648" y="3401568"/>
            <a:ext cx="329184" cy="32918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909560" y="192024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15:52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dep-455: banner do checkout (pista falsa)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442448" y="3401568"/>
            <a:ext cx="329184" cy="329184"/>
          </a:xfrm>
          <a:prstGeom prst="ellipse">
            <a:avLst/>
          </a:prstGeom>
          <a:solidFill>
            <a:srgbClr val="5B6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738360" y="3931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latência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olha o deploy mais próximo do sintoma erra: a causa está mais de 3 horas antes.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analisar_serie_temporal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ponto de mudança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cada horário: antes, linha estável; depois, reta inclinada.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26280" y="20116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é relevante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o ruído normal e calcula a variação sobre o baseline.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com os eventos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os deploys próximos e diz se vieram antes ou depois.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Evoluí a ferramenta depois dos testes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7724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informar a métrica, analisa CPU, memória, latência e erro e mostra qual mudou primeiro.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297680" y="4297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métrica anterior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analisar uma métrica, avisa se outra do mesmo serviço mudou antes.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046720" y="4297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27532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inclinação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um deploy posterior realmente alterou a curva.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isolada (cenário C)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12:05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mudança detectada: memória do catalog-api (margem de 5 minutos)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54,81% → 91,53%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baseline antes da mudança e valor atual (variação de cerca de 67%)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classificados pela ferramenta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E3F1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dep-451  |  12:10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5 minutos: no mesmo instante, dentro da margem de erro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7E4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583680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dep-453  |  15:25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posterior: não alterou a inclinação da memória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agente usa a informação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4592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 temporal não é prova de causalidade.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64592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conteúdo do deploy antes de pedir rollback.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661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também o serviço do qual o sintoma depende, não só o do alerta.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4465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recurso (memória, CPU) que mudou antes da latência é candidata à origem. Deploy posterior só agrava se a inclinação mudou.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ferramentas na versão final. O rollback só abre um pedido: quem aprova é uma pessoa.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automática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roda 3 vezes, porque o modelo não é determinístico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por código: rollback correto, nenhum rollback proibido e relatório final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agente com e sem a ferramenta temporal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rodadas, tokens, custo equivalente, ferramentas e o motivo de cada falha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863840" y="18288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original (A): rollback correto nas 4 últimas avaliações, com o modelo leve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ferramenta não quebrou o que já funcionava.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testes mostraram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 tool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 tool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(original)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(memória)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(deploys confusos)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correto por execuções, com o modelo leve (gemini-3.1-flash-lite). A: 12 execuções com a tool; B: 3 por coluna; C: 9 por coluna.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5852160" cy="1645920"/>
          </a:xfrm>
          <a:prstGeom prst="roundRect">
            <a:avLst>
              <a:gd name="adj" fmla="val 6667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melhor não garante decisão correta.</a:t>
            </a:r>
            <a:endParaRPr lang="en-US" sz="2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precisa interpretar a sequência causal dos fatos.</a:t>
            </a:r>
            <a:endParaRPr lang="en-US" sz="2100" dirty="0"/>
          </a:p>
        </p:txBody>
      </p:sp>
      <p:sp>
        <p:nvSpPr>
          <p:cNvPr id="5" name="Text 6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erros de raciocínio no cenário C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4846320" cy="1920240"/>
          </a:xfrm>
          <a:prstGeom prst="roundRect">
            <a:avLst>
              <a:gd name="adj" fmla="val 5714"/>
            </a:avLst>
          </a:prstGeom>
          <a:solidFill>
            <a:srgbClr val="F7E4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6995160" y="22860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Olhou só o sintoma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Analisou o checkout, nunca a memória do catalog-api, e culpou o dep-453 por vir logo antes da piora.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766560" y="420624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7E4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995160" y="438912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Viu a origem e escolheu o mais recente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Viu a memória crescendo desde 12:05, mas pediu rollback do dep-453, posterior, sem dado que sustentasse.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melhorias de robustez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2400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173736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testes justificaram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Retentativas automáticas em erros 429, 500, 503 e timeout: 78 registradas nas avaliações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de relatório curto: vi agir 1 vez (115 caracteres) e o relatório saiu completo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rodada reservada ao relatório final, sem novas chamadas de ferramentas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parciais salvos: a cota diária acabou e nada se perdeu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4406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do experimento, não ganhos de qualidade do diagnóstico.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FC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046720" y="173736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efeito medido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chamadas repetidas: contador em 0,0 nas avaliações v3 a v3.2 (27 execuções)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chamadas em paralelo: efeito não medido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 de modelo para o Gemini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original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Responses API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gpt-5.6-luna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uso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1945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766560" y="16459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Gemini, API nativa com function calling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gemini-3.5-flash (final) e gemini-3.1-flash-lite (demonstrações)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gratuito, sem cartão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E3F1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</a:t>
            </a:r>
            <a:endParaRPr lang="en-US" sz="3400" dirty="0"/>
          </a:p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no plano gratuito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92240" y="44348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766560" y="4572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US$ 0,20 / 1,20</a:t>
            </a:r>
            <a:endParaRPr lang="en-US" sz="34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equivalente por milhão de tokens (entrada / saída)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rodei na OpenAI: não há comparação direta de qualidade entre as duas empresas.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2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com o modelo maior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EAF0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correto (dep-451) no cenário C, com o gemini-3.5-flash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12080" y="1572768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1</a:t>
            </a: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dep-451, concluiu com relatório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rodadas, 29.432 tokens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297180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212080" y="3081528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2</a:t>
            </a: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dep-451, mas não concluiu (limite de rodadas)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rodadas, 24.469 tokens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7E4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47091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afirmo que a ferramenta resolveu o problema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só 2 execuções, e a cota gratuita é de 20 requisições por dia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testei esse modelo sem a ferramenta, então não dá para atribuir o acerto a ela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entreguei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temporal criada e integrada ao agente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cenários que exigem investigação temporal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portado para o Gemini, com avaliação automática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aprendizado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pode dar evidências melhores, mas o raciocínio do modelo precisa ser avaliado separadamente.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840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pequenas, dados fictícios, causa correta definida pela simulação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execuções, modelo maior com e sem a ferramenta, mais cenários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1126</Words>
  <Application>Microsoft Office PowerPoint</Application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IA com Análise Temporal</dc:title>
  <dc:subject>PptxGenJS Presentation</dc:subject>
  <dc:creator>Nickolas Corazza Alves</dc:creator>
  <cp:lastModifiedBy>Nickolas Corazza | Mundo Open Tecnologia</cp:lastModifiedBy>
  <cp:revision>3</cp:revision>
  <dcterms:created xsi:type="dcterms:W3CDTF">2026-10-02T22:57:59Z</dcterms:created>
  <dcterms:modified xsi:type="dcterms:W3CDTF">2026-10-02T23:01:43Z</dcterms:modified>
</cp:coreProperties>
</file>